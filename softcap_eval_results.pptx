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Softcap Eval Slide</a:t>
            </a:r>
          </a:p>
          <a:p/>
          <a:p>
            <a:r>
              <a:t>Golden Test vs kernel_bench Evaluation Differences:</a:t>
            </a:r>
          </a:p>
          <a:p>
            <a:r>
              <a:t>- Golden test: 6 hand-written test cases with strict ULP &lt;= 2 threshold for both bf16 and fp32. Tests specific cap values (1, 10, 50) with fixed tensor shapes. Binary pass/fail per case — measures worst-case numerical precision.</a:t>
            </a:r>
          </a:p>
          <a:p>
            <a:r>
              <a:t>- kernel_bench: 203 auto-generated test cases across varied shapes, dtypes (bf16 + fp32), and cap values. Uses weighted accuracy-based loss metric (lower = better). More forgiving on individual precision — a run can score 97% (197/203) while failing 3/6 golden cases due to tighter ULP thresholds in the golden suite.</a:t>
            </a:r>
          </a:p>
          <a:p>
            <a:r>
              <a:t>- Implication: Golden score measures precision ceiling (strictest cases), kernel_bench measures practical robustness (breadth of inputs). An agent can score well on kernel_bench but fail golden if its tanh approximation is slightly imprecise on fp32.</a:t>
            </a:r>
          </a:p>
          <a:p/>
          <a:p>
            <a:r>
              <a:t>Why Raw Opus beats the SFPU Generator pipeline:</a:t>
            </a:r>
          </a:p>
          <a:p>
            <a:r>
              <a:t>1. Single-session focus: Raw agents dedicate their entire compute budget (~55min API) to implementation and numerical tuning. The generator pipeline fragments this budget across 4-5 subagents (reference discovery, SFPU analysis, implementation, testing), leaving less compute for the core precision engineering that softcap demands.</a:t>
            </a:r>
          </a:p>
          <a:p>
            <a:r>
              <a:t>2. Lower tail risk: The generator pipeline introduces coordination failure modes — if any subagent miscommunicates or wastes turns, the whole run degrades. sfpu_gen_1 scored only 61% due to a suboptimal tanh approximation that the pipeline's testing loop didn't catch. Raw agents have a simpler execution path with fewer failure modes.</a:t>
            </a:r>
          </a:p>
          <a:p/>
          <a:p>
            <a:r>
              <a:t>Data sources:</a:t>
            </a:r>
          </a:p>
          <a:p>
            <a:r>
              <a:t>- Raw r2: Wave 7 eval session 2026_04_14/2132, 5 raw prompts</a:t>
            </a:r>
          </a:p>
          <a:p>
            <a:r>
              <a:t>- sfpu_gen r3: Wave 8 eval session 2026_04_15/0838, 5 sfpu_gen prompts (with existing-test fix)</a:t>
            </a:r>
          </a:p>
          <a:p>
            <a:r>
              <a:t>- Both evaluated on kernel_bench branch vignjatijevic/add-rrelu-benchmark (203 test cases)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Softcap SFPU Operation — Agentic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AAAACC"/>
                </a:solidFill>
              </a:defRPr>
            </a:pPr>
            <a:r>
              <a:t>Raw Opus (5 runs) vs SFPU Generator Pipeline (5 runs) — kernel_bench evaluation (203 tests)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720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194560"/>
            <a:ext cx="594360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194560"/>
            <a:ext cx="576072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72000"/>
            <a:ext cx="59436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0972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C542"/>
                </a:solidFill>
              </a:defRPr>
            </a:pPr>
            <a:r>
              <a:t>Why Raw Opus outperforms the SFPU Generator pipeline:</a:t>
            </a:r>
          </a:p>
          <a:p>
            <a:pPr>
              <a:spcAft>
                <a:spcPts val="400"/>
              </a:spcAft>
              <a:defRPr sz="1100">
                <a:solidFill>
                  <a:srgbClr val="DDDDEE"/>
                </a:solidFill>
              </a:defRPr>
            </a:pPr>
            <a:r>
              <a:t>Single-session focus — raw agents spend 100% of compute on implementation and tuning, while the generator splits budget across discovery, analysis, orchestration, and implementation subagents</a:t>
            </a:r>
          </a:p>
          <a:p>
            <a:pPr>
              <a:defRPr sz="1100">
                <a:solidFill>
                  <a:srgbClr val="DDDDEE"/>
                </a:solidFill>
              </a:defRPr>
            </a:pPr>
            <a:r>
              <a:t>Lower tail risk — generator's worst run (61% pass) shows pipeline fragility when subagents miscoordinate; raw's worst (99%) stays near-perfect due to simpler execution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7200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C542"/>
                </a:solidFill>
              </a:defRPr>
            </a:pPr>
            <a:r>
              <a:t>Headline Results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Raw Opus: </a:t>
            </a:r>
            <a:r>
              <a:rPr sz="1100">
                <a:solidFill>
                  <a:srgbClr val="BBBBDD"/>
                </a:solidFill>
              </a:rPr>
              <a:t>4/5 perfect (100%), avg 99.8%, $29.71/run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SFPU Gen: </a:t>
            </a:r>
            <a:r>
              <a:rPr sz="1100">
                <a:solidFill>
                  <a:srgbClr val="BBBBDD"/>
                </a:solidFill>
              </a:rPr>
              <a:t>2/5 perfect (100%), avg 91.0%, $66.83/run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Best overall: </a:t>
            </a:r>
            <a:r>
              <a:rPr sz="1100">
                <a:solidFill>
                  <a:srgbClr val="BBBBDD"/>
                </a:solidFill>
              </a:rPr>
              <a:t>sfpu_gen_3 — 100% pass, 0.625 loss, 6/6 golden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Raw advantage: </a:t>
            </a:r>
            <a:r>
              <a:rPr sz="1100">
                <a:solidFill>
                  <a:srgbClr val="BBBBDD"/>
                </a:solidFill>
              </a:rPr>
              <a:t>2.2x cheaper, 1.8x faster, more consistent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Gen advantage: </a:t>
            </a:r>
            <a:r>
              <a:rPr sz="1100">
                <a:solidFill>
                  <a:srgbClr val="BBBBDD"/>
                </a:solidFill>
              </a:rPr>
              <a:t>Best precision (lowest loss), more 6/6 golden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