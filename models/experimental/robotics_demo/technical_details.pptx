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EC9"/>
                </a:solidFill>
                <a:latin typeface="Calibri"/>
              </a:defRPr>
            </a:pPr>
            <a:r>
              <a:t>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29BFE"/>
                </a:solidFill>
                <a:latin typeface="Calibri"/>
              </a:defRPr>
            </a:pPr>
            <a:r>
              <a:t>Tenstorrent Robotics Intelligence Demo Suite</a:t>
            </a:r>
            <a:br/>
            <a:r>
              <a:t>Implementation Details, Architecture, and Test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2BEC3"/>
                </a:solidFill>
                <a:latin typeface="Calibri"/>
              </a:defRPr>
            </a:pPr>
            <a:r>
              <a:t>Tenstorrent AI  |  Blackhole Accelerators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58A6FF"/>
                </a:solidFill>
                <a:latin typeface="Calibri"/>
              </a:defRPr>
            </a:pPr>
            <a:r>
              <a:t>System Architecture</a:t>
            </a:r>
          </a:p>
        </p:txBody>
      </p:sp>
      <p:pic>
        <p:nvPicPr>
          <p:cNvPr id="3" name="Picture 2" descr="slide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Multi-Device Strategy: TTNN MeshDevice API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43891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# Open all 4 Blackhole chips as a single mesh</a:t>
            </a:r>
            <a:br/>
            <a:r>
              <a:t>mesh = ttnn.open_mesh_device(</a:t>
            </a:r>
            <a:br/>
            <a:r>
              <a:t>    ttnn.MeshShape(1, 4),</a:t>
            </a:r>
            <a:br/>
            <a:r>
              <a:t>    l1_small_size=24576</a:t>
            </a:r>
            <a:br/>
            <a:r>
              <a:t>)</a:t>
            </a:r>
            <a:br/>
            <a:br/>
            <a:r>
              <a:t># Split into independent single-chip submeshes</a:t>
            </a:r>
            <a:br/>
            <a:r>
              <a:t>submeshes = mesh.create_submeshes(ttnn.MeshShape(1, 1))</a:t>
            </a:r>
            <a:br/>
            <a:br/>
            <a:r>
              <a:t># Each submesh gets its own full model replica</a:t>
            </a:r>
            <a:br/>
            <a:r>
              <a:t>for sub in submeshes:</a:t>
            </a:r>
            <a:br/>
            <a:r>
              <a:t>    device = sub.get_devices()[0]</a:t>
            </a:r>
            <a:br/>
            <a:r>
              <a:t>    model = PI0ModelTTNN(config, weight_loader, device)</a:t>
            </a:r>
            <a:br/>
            <a:br/>
            <a:r>
              <a:t># Weights loaded once, replicated to each submesh</a:t>
            </a:r>
            <a:br/>
            <a:r>
              <a:t># No shared state -- each replica has its own KV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DCB6E"/>
                </a:solidFill>
                <a:latin typeface="Calibri"/>
              </a:defRPr>
            </a:pPr>
            <a:r>
              <a:t>Pattern from models/tt_transformers/tt/generator.py: create_submeshes()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PI0 Bug Fix: Frozen Noise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43891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# BEFORE (broken): same noise reused every call</a:t>
            </a:r>
            <a:br/>
            <a:r>
              <a:t>def __init__(self, ...):</a:t>
            </a:r>
            <a:br/>
            <a:r>
              <a:t>    self.x_t_ttnn = ttnn.from_torch(torch.randn(1,50,32))</a:t>
            </a:r>
            <a:br/>
            <a:br/>
            <a:r>
              <a:t>def sample_actions(self, ...):</a:t>
            </a:r>
            <a:br/>
            <a:r>
              <a:t>    x_t_ttnn = self.x_t_ttnn   # &lt;-- never changes!</a:t>
            </a:r>
            <a:br/>
            <a:br/>
            <a:r>
              <a:t># -----------------------------------------------</a:t>
            </a:r>
            <a:br/>
            <a:r>
              <a:t># AFTER (fixed): fresh noise each inference call</a:t>
            </a:r>
            <a:br/>
            <a:r>
              <a:t>def __init__(self, ..., fresh_noise_per_call=True):</a:t>
            </a:r>
            <a:br/>
            <a:r>
              <a:t>    self.fresh_noise_per_call = fresh_noise_per_call</a:t>
            </a:r>
            <a:br/>
            <a:br/>
            <a:r>
              <a:t>def _regenerate_noise(self):</a:t>
            </a:r>
            <a:br/>
            <a:r>
              <a:t>    x_t = torch.randn(1, action_horizon, action_dim)</a:t>
            </a:r>
            <a:br/>
            <a:r>
              <a:t>    self.x_t_ttnn = ttnn.from_torch(x_t, ...)</a:t>
            </a:r>
            <a:br/>
            <a:br/>
            <a:r>
              <a:t>def sample_actions(self, ...):</a:t>
            </a:r>
            <a:br/>
            <a:r>
              <a:t>    if self.fresh_noise_per_call:</a:t>
            </a:r>
            <a:br/>
            <a:r>
              <a:t>        self._regenerate_noise()  # fresh noise!</a:t>
            </a:r>
            <a:br/>
            <a:r>
              <a:t>    x_t_ttnn = self.x_t_ttnn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DCB6E"/>
                </a:solidFill>
                <a:latin typeface="Calibri"/>
              </a:defRPr>
            </a:pPr>
            <a:r>
              <a:t>PCC tests use fresh_noise_per_call=False to preserve reproducibility.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SmolVLA: Uniform API Wrapper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43891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# Added to SmolVLAForActionPrediction class:</a:t>
            </a:r>
            <a:br/>
            <a:br/>
            <a:r>
              <a:t>def sample_actions(self, images, instruction='',</a:t>
            </a:r>
            <a:br/>
            <a:r>
              <a:t>                   robot_state=None,</a:t>
            </a:r>
            <a:br/>
            <a:r>
              <a:t>                   num_inference_steps=10,</a:t>
            </a:r>
            <a:br/>
            <a:r>
              <a:t>                   action_dim=6):</a:t>
            </a:r>
            <a:br/>
            <a:r>
              <a:t>    '''</a:t>
            </a:r>
            <a:br/>
            <a:r>
              <a:t>    Uniform API compatible with PI0's interface.</a:t>
            </a:r>
            <a:br/>
            <a:r>
              <a:t>    Enables the orchestrator and ensemble pipeline</a:t>
            </a:r>
            <a:br/>
            <a:r>
              <a:t>    to call both models through the same signature.</a:t>
            </a:r>
            <a:br/>
            <a:r>
              <a:t>    '''</a:t>
            </a:r>
            <a:br/>
            <a:r>
              <a:t>    return self.predict_action(</a:t>
            </a:r>
            <a:br/>
            <a:r>
              <a:t>        images=images,</a:t>
            </a:r>
            <a:br/>
            <a:r>
              <a:t>        robot_state=robot_state,</a:t>
            </a:r>
            <a:br/>
            <a:r>
              <a:t>        instruction=instruction,</a:t>
            </a:r>
            <a:br/>
            <a:r>
              <a:t>        num_inference_steps=num_inference_steps,</a:t>
            </a:r>
            <a:br/>
            <a:r>
              <a:t>        action_dim=action_dim,</a:t>
            </a:r>
            <a:br/>
            <a:r>
              <a:t>    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Multi-Environment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8046720" cy="254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SingleBulletEnv (one headless PyBullet server):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p.connect(p.DIRECT) -- independent physics process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Franka Panda from pybullet_data URDF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Colored cube per environment (red, blue, green, yellow)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Two cameras: front view + side view (configurable resolution)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State: 14-dim (7 positions + 7 velocities), padded to 32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MultiEnvironment (N instances):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capture_all_observations() -- per-env (images, state)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capture_all_display_frames() -- high-res for video/dashboard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apply_all_actions() + step_all() -- parallel physics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get_all_distances() -- end-effector to cube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No threads needed: DIRECT mode servers are independent.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Control Loop: Action Buffering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43891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 Step 0: Observe -&gt; Infer (~330ms) -&gt; Buffer 50 actions -&gt; action[0]</a:t>
            </a:r>
            <a:br/>
            <a:r>
              <a:t> Step 1: (buffered, &lt;1ms)                               -&gt; action[1]</a:t>
            </a:r>
            <a:br/>
            <a:r>
              <a:t> Step 2: (buffered, &lt;1ms)                               -&gt; action[2]</a:t>
            </a:r>
            <a:br/>
            <a:r>
              <a:t> Step 3: (buffered, &lt;1ms)                               -&gt; action[3]</a:t>
            </a:r>
            <a:br/>
            <a:r>
              <a:t> Step 4: (buffered, &lt;1ms)                               -&gt; action[4]</a:t>
            </a:r>
            <a:br/>
            <a:r>
              <a:t> Step 5: Observe -&gt; Infer (~330ms) -&gt; Buffer 50 actions -&gt; action[0]</a:t>
            </a:r>
            <a:br/>
            <a:r>
              <a:t> ...</a:t>
            </a:r>
            <a:br/>
            <a:br/>
            <a:r>
              <a:t> replan_interval = 5 (default):</a:t>
            </a:r>
            <a:br/>
            <a:r>
              <a:t>   Only 20% of steps need inference</a:t>
            </a:r>
            <a:br/>
            <a:r>
              <a:t>   Inference steps: ~330ms (PI0) or ~229ms (SmolVLA)</a:t>
            </a:r>
            <a:br/>
            <a:r>
              <a:t>   Buffered steps:  ~1ms (array read + joint apply)</a:t>
            </a:r>
            <a:br/>
            <a:r>
              <a:t>   Effective control frequency: ~12 Hz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DCB6E"/>
                </a:solidFill>
                <a:latin typeface="Calibri"/>
              </a:defRPr>
            </a:pPr>
            <a:r>
              <a:t>vs 3 Hz without buffering -- 4x improvement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Ensemble Pipeline: Concurrent Inference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43891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def run_concurrent_inference(self, pi0_inputs, smolvla_images):</a:t>
            </a:r>
            <a:br/>
            <a:r>
              <a:t>    def _run_pi0():</a:t>
            </a:r>
            <a:br/>
            <a:r>
              <a:t>        self._pi0_result = pi0_model.sample_actions(**pi0_inputs)</a:t>
            </a:r>
            <a:br/>
            <a:br/>
            <a:r>
              <a:t>    def _run_smolvla():</a:t>
            </a:r>
            <a:br/>
            <a:r>
              <a:t>        self._smolvla_result = smolvla_model.sample_actions(</a:t>
            </a:r>
            <a:br/>
            <a:r>
              <a:t>            images=smolvla_images, instruction=instruction)</a:t>
            </a:r>
            <a:br/>
            <a:br/>
            <a:r>
              <a:t>    t_pi0 = threading.Thread(target=_run_pi0)</a:t>
            </a:r>
            <a:br/>
            <a:r>
              <a:t>    t_smol = threading.Thread(target=_run_smolvla)</a:t>
            </a:r>
            <a:br/>
            <a:r>
              <a:t>    t_pi0.start(); t_smol.start()</a:t>
            </a:r>
            <a:br/>
            <a:r>
              <a:t>    t_pi0.join();  t_smol.join()</a:t>
            </a:r>
            <a:br/>
            <a:br/>
            <a:r>
              <a:t>    # Wall time = max(330ms, 229ms) = 330ms</a:t>
            </a:r>
            <a:br/>
            <a:r>
              <a:t>    # vs sequential: 330 + 229 = 559ms</a:t>
            </a:r>
            <a:br/>
            <a:r>
              <a:t>    # Speedup: 1.7x</a:t>
            </a:r>
            <a:br/>
            <a:br/>
            <a:r>
              <a:t>    return fuse_fn(pi0_result, smolvla_result)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DCB6E"/>
                </a:solidFill>
                <a:latin typeface="Calibri"/>
              </a:defRPr>
            </a:pPr>
            <a:r>
              <a:t>Models on separate chips with separate TTNN command queues -- no GIL contention on compute.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Fusion Strategy: Temporal Blend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43891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def fuse_actions_temporal(pi0, smolvla, crossover_step=10):</a:t>
            </a:r>
            <a:br/>
            <a:r>
              <a:t>    t = np.arange(horizon)  # [0, 1, 2, ..., 49]</a:t>
            </a:r>
            <a:br/>
            <a:br/>
            <a:r>
              <a:t>    # Sigmoid: 0 at early steps (SmolVLA),</a:t>
            </a:r>
            <a:br/>
            <a:r>
              <a:t>    #          1 at late steps (PI0)</a:t>
            </a:r>
            <a:br/>
            <a:r>
              <a:t>    pi0_weight = 1 / (1 + np.exp(-(t - crossover_step) / 2))</a:t>
            </a:r>
            <a:br/>
            <a:br/>
            <a:r>
              <a:t>    return pi0_weight * pi0 + (1 - pi0_weight) * smolvla</a:t>
            </a:r>
            <a:br/>
            <a:br/>
            <a:r>
              <a:t># Intuition:</a:t>
            </a:r>
            <a:br/>
            <a:r>
              <a:t>#   Next 0.5 sec: trust SmolVLA (it responded faster)</a:t>
            </a:r>
            <a:br/>
            <a:r>
              <a:t>#   0.5-2.5 sec:  trust PI0 (it planned more carefully)</a:t>
            </a:r>
            <a:br/>
            <a:br/>
            <a:r>
              <a:t># Confidence Gate:</a:t>
            </a:r>
            <a:br/>
            <a:r>
              <a:t>def fuse_actions_confidence(pi0, smolvla):</a:t>
            </a:r>
            <a:br/>
            <a:r>
              <a:t>    pi0_var  = np.var(pi0, axis=1)</a:t>
            </a:r>
            <a:br/>
            <a:r>
              <a:t>    smol_var = np.var(smolvla, axis=1)</a:t>
            </a:r>
            <a:br/>
            <a:r>
              <a:t>    use_pi0  = (pi0_var &lt;= smol_var)  # lower var = more confident</a:t>
            </a:r>
            <a:br/>
            <a:r>
              <a:t>    return use_pi0 * pi0 + (1 - use_pi0) * smolvla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Metrics Collection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8046720" cy="254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Thread-safe MetricsCollector (used by all scenarios):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Per-env deques: inference times, loop times, distances, action norms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threading.Lock for concurrent dashboard reads + scenario writes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History: last 500 samples per environment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Key aggregations: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get_env_summary(env_id) -- avg/std/min/max latency, FPS, distance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get_global_summary() -- aggregate throughput, total inferences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get_scaling_efficiency() -- per-env FPS, total FPS, scaling factor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Feeds both console output and Streamlit dashboard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via on_metrics callback (polled at ~7 Hz by UI).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58A6FF"/>
                </a:solidFill>
                <a:latin typeface="Calibri"/>
              </a:defRPr>
            </a:pPr>
            <a:r>
              <a:t>Video Composition Pipeline</a:t>
            </a:r>
          </a:p>
        </p:txBody>
      </p:sp>
      <p:pic>
        <p:nvPicPr>
          <p:cNvPr id="3" name="Picture 2" descr="slide11_video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58A6FF"/>
                </a:solidFill>
                <a:latin typeface="Calibri"/>
              </a:defRPr>
            </a:pPr>
            <a:r>
              <a:t>Streamlit Dashboard</a:t>
            </a:r>
          </a:p>
        </p:txBody>
      </p:sp>
      <p:pic>
        <p:nvPicPr>
          <p:cNvPr id="3" name="Picture 2" descr="slide1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4124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Test Plan: 6 Tiers, 48 Test Cases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67665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286000"/>
                <a:gridCol w="1188720"/>
                <a:gridCol w="731520"/>
                <a:gridCol w="10972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What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Cases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T1: Smoke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Imports, PyBullet, video, metrics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30 sec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T2: Single-chip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PI0 + SmolVLA inference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1 BH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5 min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T3: Multi-chip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Data parallel 2 + 4 chips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2-4 BH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10 min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T4: Scenarios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All 4 scenarios E2E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4 BH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30 min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T5: Stress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1000+ steps, repeated cycles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4 BH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60 min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T6: Dashboard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Streamlit UI interaction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4 BH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20 min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T1: Smoke Tests (No Hardware Required)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7863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200400"/>
                <a:gridCol w="402336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T1.1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MultiEnvironment(num_envs=4) creates servers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4 independent physics clients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T1.2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capture_all_observations() shapes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 images [1,3,64,64], state [1,32]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T1.3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compose_quad_view() output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Frame (720, 1280, 3)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T1.4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compose_side_by_side() output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Frame (720, 1280, 3)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T1.5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MetricsCollector 4 envs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Correct counts and FPS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T1.6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Fusion functions output shapes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(50, N) for all 3 strategies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T1.7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VideoRecorder writes frames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frame_count &gt; 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T1.8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All 13 Python files parse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ast.parse() succeeds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T2: Single-Chip Inference Tests (1 Blackhole)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7863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200400"/>
                <a:gridCol w="402336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T2.1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PI0 loads on single device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No errors, model ready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T2.2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PI0 sample_actions() random input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Shape [1,50,32], &lt;500ms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T2.3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fresh_noise=True -&gt; different outputs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Two calls differ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T2.4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fresh_noise=False -&gt; reproducible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Same seed -&gt; same actions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T2.5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SmolVLA loads from HuggingFace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No errors, model ready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T2.6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SmolVLA sample_actions() test image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Shape (50,6), &lt;400ms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T2.7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predict_action == sample_actions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Identical outputs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T2.8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PI0 PCC test (threshold 0.93)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pytest passes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T3: Multi-Chip Data-Parallel Tests (2-4 Blackhole)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7863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743200"/>
                <a:gridCol w="640080"/>
                <a:gridCol w="38404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Chips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T3.1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MeshDevice(1,2) opens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Two submeshes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T3.2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MeshDevice(1,4) opens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Four submeshes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T3.3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DataParallelPI0(2) loads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Both replicas valid output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T3.4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DataParallelPI0(4) loads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All replicas valid output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T3.5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Per-replica latency stable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Within 10% of single-chip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T3.6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DataParallelSmolVLA(2) loads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Both replicas valid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T3.7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Aggregate throughput scales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&gt;90% efficiency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T3.8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Devices deallocated on .close()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No leaked handles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T4: Full Scenario End-to-End Tests (4 Blackhole)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7863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286000"/>
                <a:gridCol w="640080"/>
                <a:gridCol w="42976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Steps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T4.1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S1: Data-Parallel PI0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Quad video, 4 envs, metrics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T4.2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S1: Distances decrease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At least 2/4 envs improve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T4.3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S2: PI0 vs SmolVLA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Side-by-side, both run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T4.4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S2: SmolVLA faster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avg_smolvla &lt; avg_pi0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T4.5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S3: weighted_average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Fused actions, wall &lt; sum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T4.6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S3: temporal_blend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Crossover visible in output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T4.7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S3: confidence_gate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Per-step model selection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T4.8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S4: Scaling 1-4 chips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10/ea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Chart generated, &gt;90% eff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T5: Stability / Stress Tests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78638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200400"/>
                <a:gridCol w="1097280"/>
                <a:gridCol w="29260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T5.1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S1 with 1000 steps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~90 sec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No memory leaks, no device errors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T5.2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S2 with 1000 steps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~90 sec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Both models stable throughout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T5.3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S3 switching fusion every 200 steps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~90 sec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Clean strategy switching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T5.4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10x start/stop cycles (S1, 100 steps)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~5 min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Clean open/close each time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T5.5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Video recording 1000 frames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~90 sec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File written, no corruption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T5.6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MetricsCollector 10,000 records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instant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No overflow, correct truncation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T6: Dashboard Interaction Tests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7863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200400"/>
                <a:gridCol w="402336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T6.1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Dashboard loads at localhost:8501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Page renders, shows 4 chips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T6.2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Select S1, click Start Demo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Live video + metrics appear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T6.3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Click Stop during execution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Stops cleanly, no orphans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T6.4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Switch from S1 to S2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UI updates, new config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T6.5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S3 fusion strategy change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Dropdown works, strategy used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T6.6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S4 benchmark completes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Scaling chart displayed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T6.7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Change task prompt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New prompt used on next Start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T6.8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Video download after run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File downloadable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Test Execution Procedure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43891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EE787"/>
                </a:solidFill>
                <a:latin typeface="Courier New"/>
              </a:defRPr>
            </a:pPr>
            <a:r>
              <a:t># 1. Environment Setup</a:t>
            </a:r>
            <a:br/>
            <a:r>
              <a:t>export TT_METAL_HOME=/path/to/tt-metal</a:t>
            </a:r>
            <a:br/>
            <a:r>
              <a:t>source $TT_METAL_HOME/python_env/bin/activate</a:t>
            </a:r>
            <a:br/>
            <a:r>
              <a:t>export ARCH_NAME=blackhole</a:t>
            </a:r>
            <a:br/>
            <a:br/>
            <a:r>
              <a:t># 2. First-time Setup</a:t>
            </a:r>
            <a:br/>
            <a:r>
              <a:t>./models/experimental/robotics_demo/run_demo.sh --setup</a:t>
            </a:r>
            <a:br/>
            <a:br/>
            <a:r>
              <a:t># 3. Verify Hardware</a:t>
            </a:r>
            <a:br/>
            <a:r>
              <a:t>python3 -c "import ttnn; print(len(ttnn.get_device_ids()))"</a:t>
            </a:r>
            <a:br/>
            <a:br/>
            <a:r>
              <a:t># 4. Run Tiers</a:t>
            </a:r>
            <a:br/>
            <a:r>
              <a:t>./run_demo.sh --test                     # T1: Smoke</a:t>
            </a:r>
            <a:br/>
            <a:r>
              <a:t>pytest test_pcc_ttnn_pi0_model.py -v      # T2: Single-chip</a:t>
            </a:r>
            <a:br/>
            <a:r>
              <a:t>python3 -c '...DataParallelPI0(4)...'     # T3: Multi-chip</a:t>
            </a:r>
            <a:br/>
            <a:r>
              <a:t>./run_demo.sh --cli 1                     # T4: Scenario 1</a:t>
            </a:r>
            <a:br/>
            <a:r>
              <a:t>./run_demo.sh --cli 2                     # T4: Scenario 2</a:t>
            </a:r>
            <a:br/>
            <a:r>
              <a:t>./run_demo.sh --cli 3                     # T4: Scenario 3</a:t>
            </a:r>
            <a:br/>
            <a:r>
              <a:t>./run_demo.sh --cli 4                     # T4: Scenario 4</a:t>
            </a:r>
            <a:br/>
            <a:r>
              <a:t>./run_demo.sh                             # T6: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DCB6E"/>
                </a:solidFill>
                <a:latin typeface="Calibri"/>
              </a:defRPr>
            </a:pPr>
            <a:r>
              <a:t>Estimated total: ~2.5 hours for the full 48-test suite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Known Limitations and Mitigations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78638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329184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SimpleRoboticsTokenizer default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PI0 may misunderstand instructions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Run tokenizer_setup.py for Gemma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SmolVLA robot_state unused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No proprioceptive feedback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Model uses vision + language only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SigLIP hardcoded 224px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Cannot lower PI0 image res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Validate image_size matches config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Action oscillation near target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Robot wiggles close to goal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replan_interval &gt;= 5 mitigates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No gripper control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Only 7/32 action dims used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Remaining dims ignored; future work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Sequential replica inference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DP not truly parallel (GIL)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TTNN ops release GIL; overhead small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Performance Budget: PI0 on Blackhole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6949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Image capture (PyBullet)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~90ms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SigLIP vision encoding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~45ms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VLM prefill (18 Gemma 2B layers)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~30ms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Denoising (10 steps x 18 expert layers)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~140ms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Host overhead (transfers, Python)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~25ms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~330ms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Performance Budget: SmolVLA on Blackhole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69494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Preprocessing (CPU)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~77ms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Vision encoder (12 SigLIP layers)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~23ms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VLM K/V cache (16 layers)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~9ms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Flow matching (10 steps x 16 expert layers)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~121ms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~229ms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8046720" cy="254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Implementation: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2,400 lines of new Python across 12 files + shell launcher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2 model modifications: PI0 noise fix, SmolVLA API wrapper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2 diagnostic scripts for PI0 simulation debugging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All infrastructure validated with automated smoke tests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Test Plan: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6 tiers, 48 test cases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Progressive: each tier builds on previous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Clear pass/fail criteria at every level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    Estimated total execution: ~2.5 hours for full suite</a:t>
            </a: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DFE6E9"/>
                </a:solidFill>
                <a:latin typeface="Calibri"/>
              </a:defRPr>
            </a:pPr>
            <a:r>
              <a:t>Next Step: Run T1 smoke tests, then proceed through tiers on Quiet Box.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EC9"/>
                </a:solidFill>
                <a:latin typeface="Calibri"/>
              </a:defRPr>
            </a:pPr>
            <a:r>
              <a:t>Appendix: Complete File Inventory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78638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40080"/>
                <a:gridCol w="466344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Lines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CEC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demo_orchestrator.py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607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Top-level scenario controller with CLI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streamlit_app.py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326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Live web dashboard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multi_env.py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245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N-instance PyBullet environment manager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video_composer.py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226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Quad-view / side-by-side composition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benchmark.py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216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Throughput scaling + chart generation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ensemble_pipeline.py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212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Concurrent PI0+SmolVLA, 3 fusion strategies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metrics.py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166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Thread-safe real-time metrics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data_parallel_pi0.py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153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MeshDevice submesh PI0 replicas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tokenizer_setup.py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Gemma tokenizer offline caching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data_parallel_smolvla.py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104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MeshDevice submesh SmolVLA replicas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run_demo.sh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142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FE6E9"/>
                          </a:solidFill>
                          <a:latin typeface="Calibri"/>
                        </a:defRPr>
                      </a:pPr>
                      <a:r>
                        <a:t>Bash launcher (setup/test/cli/dashboard)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