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CEC9"/>
                </a:solidFill>
                <a:latin typeface="Calibri"/>
              </a:defRPr>
            </a:pPr>
            <a:r>
              <a:t>Single-Chip Robotics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29BFE"/>
                </a:solidFill>
                <a:latin typeface="Calibri"/>
              </a:defRPr>
            </a:pPr>
            <a:r>
              <a:t>PI0 or SmolVLA on One Tenstorrent Chip</a:t>
            </a:r>
            <a:br/>
            <a:r>
              <a:t>Real-Time Robot Control in PyBullet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2BEC3"/>
                </a:solidFill>
                <a:latin typeface="Calibri"/>
              </a:defRPr>
            </a:pPr>
            <a:r>
              <a:t>Tenstorrent AI  |  Blackhole / Wormhole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EC9"/>
                </a:solidFill>
                <a:latin typeface="Calibri"/>
              </a:defRPr>
            </a:pPr>
            <a:r>
              <a:t>What This Demo Shows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8046720" cy="25400"/>
          </a:xfrm>
          <a:prstGeom prst="rect">
            <a:avLst/>
          </a:prstGeom>
          <a:solidFill>
            <a:srgbClr val="00C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FE6E9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A single Tenstorrent chip runs a full VLA model in real time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The user picks which model to run: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    PI0 -- 2.3B parameters, highest action quality, ~330ms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    SmolVLA -- 450M parameters, faster response, ~229ms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A Franka Panda 7-DOF robot arm in PyBullet simulation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follows the model's predicted actions in a closed loop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Natural language task instruction: "pick up the cube"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Video recording with live metrics overlay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EC9"/>
                </a:solidFill>
                <a:latin typeface="Calibri"/>
              </a:defRPr>
            </a:pPr>
            <a:r>
              <a:t>Two Models, One Command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097280"/>
          <a:ext cx="786384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2834640"/>
              </a:tblGrid>
              <a:tr h="34747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00CEC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PI0</a:t>
                      </a:r>
                    </a:p>
                  </a:txBody>
                  <a:tcPr>
                    <a:solidFill>
                      <a:srgbClr val="00CEC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SmolVLA</a:t>
                      </a:r>
                    </a:p>
                  </a:txBody>
                  <a:tcPr>
                    <a:solidFill>
                      <a:srgbClr val="00CEC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Parameters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2.3 billion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450 million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Architecture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SigLIP 27L + Gemma 2B + 300M Expert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SigLIP 12L + VLM 16L + Expert 16L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Action generation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Flow matching, 10 Euler steps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Flow matching, 10 Euler steps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Inference latency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~330ms per call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~229ms per call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With buffering (replan=5)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~12 Hz control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~15 Hz control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Output shape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50 steps x 32 dims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50 steps x 32 dims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Strengths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Precision, complex tasks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Speed, low footprint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00CEC9"/>
                </a:solidFill>
                <a:latin typeface="Calibri"/>
              </a:defRPr>
            </a:pPr>
            <a:r>
              <a:t>How It Works: Control Loop</a:t>
            </a:r>
          </a:p>
        </p:txBody>
      </p:sp>
      <p:pic>
        <p:nvPicPr>
          <p:cNvPr id="3" name="Picture 2" descr="sc_slide4_control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77240"/>
            <a:ext cx="859536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00CEC9"/>
                </a:solidFill>
                <a:latin typeface="Calibri"/>
              </a:defRPr>
            </a:pPr>
            <a:r>
              <a:t>Running the Demo</a:t>
            </a:r>
          </a:p>
        </p:txBody>
      </p:sp>
      <p:pic>
        <p:nvPicPr>
          <p:cNvPr id="3" name="Picture 2" descr="sc_slide5_comma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77240"/>
            <a:ext cx="859536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00CEC9"/>
                </a:solidFill>
                <a:latin typeface="Calibri"/>
              </a:defRPr>
            </a:pPr>
            <a:r>
              <a:t>What You See During the Demo</a:t>
            </a:r>
          </a:p>
        </p:txBody>
      </p:sp>
      <p:pic>
        <p:nvPicPr>
          <p:cNvPr id="3" name="Picture 2" descr="sc_slide6_what_you_s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77240"/>
            <a:ext cx="859536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EC9"/>
                </a:solidFill>
                <a:latin typeface="Calibri"/>
              </a:defRPr>
            </a:pPr>
            <a:r>
              <a:t>Performance: PI0 vs SmolVLA on Single Chip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097280"/>
          <a:ext cx="786384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560320"/>
                <a:gridCol w="2560320"/>
              </a:tblGrid>
              <a:tr h="34747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CEC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PI0</a:t>
                      </a:r>
                    </a:p>
                  </a:txBody>
                  <a:tcPr>
                    <a:solidFill>
                      <a:srgbClr val="00CEC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SmolVLA</a:t>
                      </a:r>
                    </a:p>
                  </a:txBody>
                  <a:tcPr>
                    <a:solidFill>
                      <a:srgbClr val="00CEC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Inference per call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~330ms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~229ms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Control freq (replan=5)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~12 Hz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~15 Hz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Control freq (replan=1)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~3 Hz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~4.5 Hz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Action quality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Higher precision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Good, faster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Vision encoder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SigLIP 27 layers (~45ms)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SigLIP 12 layers (~23ms)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Denoising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10 steps (~140ms)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10 steps (~121ms)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Model size on chip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2.3B params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450M params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EC9"/>
                </a:solidFill>
                <a:latin typeface="Calibri"/>
              </a:defRPr>
            </a:pPr>
            <a:r>
              <a:t>Action Buffering: Why 12 Hz, Not 3 Hz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8229600" cy="438912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EE787"/>
                </a:solidFill>
                <a:latin typeface="Calibri"/>
              </a:defRPr>
            </a:pPr>
            <a:r>
              <a:t>  replan_interval = 5 (default)</a:t>
            </a:r>
            <a:br/>
            <a:br/>
            <a:r>
              <a:t>  Step 0:  Observe -&gt; Infer (330ms) -&gt; Buffer 50 actions -&gt; apply action[0]</a:t>
            </a:r>
            <a:br/>
            <a:r>
              <a:t>  Step 1:  (buffered, &lt;1ms)                               -&gt; apply action[1]</a:t>
            </a:r>
            <a:br/>
            <a:r>
              <a:t>  Step 2:  (buffered, &lt;1ms)                               -&gt; apply action[2]</a:t>
            </a:r>
            <a:br/>
            <a:r>
              <a:t>  Step 3:  (buffered, &lt;1ms)                               -&gt; apply action[3]</a:t>
            </a:r>
            <a:br/>
            <a:r>
              <a:t>  Step 4:  (buffered, &lt;1ms)                               -&gt; apply action[4]</a:t>
            </a:r>
            <a:br/>
            <a:r>
              <a:t>  Step 5:  Observe -&gt; Infer (330ms) -&gt; Buffer 50 actions -&gt; apply action[0]</a:t>
            </a:r>
            <a:br/>
            <a:r>
              <a:t>  ...</a:t>
            </a:r>
            <a:br/>
            <a:br/>
            <a:r>
              <a:t>  Result:</a:t>
            </a:r>
            <a:br/>
            <a:r>
              <a:t>    Only 20% of steps need inference (60 out of 300)</a:t>
            </a:r>
            <a:br/>
            <a:r>
              <a:t>    80% of steps are &lt;1ms (just read from buffer)</a:t>
            </a:r>
            <a:br/>
            <a:r>
              <a:t>    Average loop time: ~85ms -&gt; 11.7 Hz</a:t>
            </a:r>
            <a:br/>
            <a:br/>
            <a:r>
              <a:t>  Without buffering (replan_interval = 1):</a:t>
            </a:r>
            <a:br/>
            <a:r>
              <a:t>    Every step needs 330ms inference -&gt; 3 Hz</a:t>
            </a:r>
            <a:br/>
            <a:r>
              <a:t>    Robot motion is jerky and may oscillate near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DCB6E"/>
                </a:solidFill>
                <a:latin typeface="Calibri"/>
              </a:defRPr>
            </a:pPr>
            <a:r>
              <a:t>4x frequency improvement. The model predicts 50 future actions -- we should use them.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EC9"/>
                </a:solidFill>
                <a:latin typeface="Calibri"/>
              </a:defRPr>
            </a:pPr>
            <a:r>
              <a:t>Minimal Architecture: 695 Lines Total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8046720" cy="25400"/>
          </a:xfrm>
          <a:prstGeom prst="rect">
            <a:avLst/>
          </a:prstGeom>
          <a:solidFill>
            <a:srgbClr val="00C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FE6E9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run_demo.py (417 lines)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    CLI argument parsing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    Model loading: PI0 or SmolVLA, one function each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    Control loop: observe -&gt; infer -&gt; apply -&gt; step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    Warmup, metrics, video recording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sim_env.py (158 lines)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    FrankaCubeEnv: PyBullet Franka Panda + red cube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    Two cameras (front + side) for model observations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    PIL image capture for SmolVLA's HF processor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    Joint control, physics stepping, IK for demo mode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tokenizer.py (39 lines)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    Word-based tokenizer for PI0 task instructions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No Streamlit, no multi-device, no video compositor --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just the model, the robot, and the control loop.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EC9"/>
                </a:solidFill>
                <a:latin typeface="Calibri"/>
              </a:defRPr>
            </a:pPr>
            <a:r>
              <a:t>Path Forward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8046720" cy="25400"/>
          </a:xfrm>
          <a:prstGeom prst="rect">
            <a:avLst/>
          </a:prstGeom>
          <a:solidFill>
            <a:srgbClr val="00C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FE6E9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Today: Single chip, single robot, simulation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Next steps: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    Multi-chip: scale to 4 Blackhole chips (see robotics_demo/ suite)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    Data parallel: 4 robots on 4 chips simultaneously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    Model comparison: PI0 vs SmolVLA side-by-side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    Ensemble: combine both models with action fusion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    Real hardware: replace PyBullet with physical Franka Panda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The single-chip demo validates the full inference pipeline.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Everything above it -- multi-chip, ensemble, real robot --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builds on this exact same control loop.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DCB6E"/>
                </a:solidFill>
                <a:latin typeface="Calibri"/>
              </a:defRPr>
            </a:pPr>
            <a:r>
              <a:t>This demo is the foundation for all advanced configurations.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CEC9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FE6E9"/>
                </a:solidFill>
                <a:latin typeface="Calibri"/>
              </a:defRPr>
            </a:pPr>
            <a:r>
              <a:t>Pick your model: PI0 or SmolVLA</a:t>
            </a:r>
            <a:br/>
            <a:r>
              <a:t>Pick your task: "pick up the cube"</a:t>
            </a:r>
            <a:br/>
            <a:r>
              <a:t>Watch the robot move.</a:t>
            </a:r>
            <a:br/>
            <a:br/>
            <a:r>
              <a:t>python run_demo.py --model &lt;pi0|smolvla&gt; --task "pick up the cube"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2BEC3"/>
                </a:solidFill>
                <a:latin typeface="Calibri"/>
              </a:defRPr>
            </a:pPr>
            <a:r>
              <a:t>Tenstorrent Single-Chip Robotics Demo  |  695 lines of Python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